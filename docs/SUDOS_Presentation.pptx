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effectLst>
                  <a:glow rad="152400">
                    <a:srgbClr val="4A9EFF">
                      <a:alpha val="4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SUDOS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Delivery Optimization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7772400" cy="0"/>
          </a:xfrm>
          <a:prstGeom prst="line">
            <a:avLst/>
          </a:prstGeom>
          <a:noFill/>
          <a:ln w="19050">
            <a:solidFill>
              <a:srgbClr val="4A9E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Course Project  |  April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Dijkstra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3383280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1408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Floyd-Warshall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77056" y="3383280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77056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DP TSP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4" y="3383280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32704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Max-Flow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88352" y="3383280"/>
            <a:ext cx="1554480" cy="347472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88352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Greedy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Inspired by Amazon  •  Swiggy  •  Blinkit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Challenge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path visiting all delivery points — a variant of the NP-Hard Traveling Salesman Problem.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distribute delivery zones across multiple agents without overloading any individual agent.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Optimality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algorithms guarantee best routes but are slow. Heuristics are fast but approximate. We need both.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FA8"/>
                </a:solidFill>
              </a:rPr>
              <a:t>Goal: Model a city as a graph → assign deliveries to agents → compute optimal/near-optimal routes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463040" cy="1463040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City Graph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Adj List +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12 nodes, 19 edges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1463040"/>
            <a:ext cx="1463040" cy="146304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6596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APSP Pre-compute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Floyd-Warshall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O(V³) once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4728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03320" y="1463040"/>
            <a:ext cx="1463040" cy="1463040"/>
          </a:xfrm>
          <a:prstGeom prst="rect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0332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Assignment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Max-Flow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Ford-Fulkerson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8464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1463040"/>
            <a:ext cx="1463040" cy="146304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4068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Planning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Greedy / DP / Insertion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Per agent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22008" y="2194560"/>
            <a:ext cx="237744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103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1463040"/>
            <a:ext cx="1463040" cy="1463040"/>
          </a:xfrm>
          <a:prstGeom prst="rect">
            <a:avLst/>
          </a:prstGeom>
          <a:solidFill>
            <a:srgbClr val="1E844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78040" y="1965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Compare &amp;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377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Cost, Time, Quality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DDFF"/>
                </a:solidFill>
              </a:rPr>
              <a:t>Benchmark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Core Modules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▸  sudos.py  →  All algorithms (Dijkstra, FW, TSP, Flow)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0325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▸  visualize.py  →  Matplotlib charts and route maps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361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▸  tests/test_sudos.py  →  Unit tests for every function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ALGORITHMS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Algorithmic Paradigms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36576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984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Paradigm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2984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2984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29844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in SUDOS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8595360" cy="502920"/>
          </a:xfrm>
          <a:prstGeom prst="rect">
            <a:avLst/>
          </a:prstGeom>
          <a:solidFill>
            <a:srgbClr val="141E35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691640"/>
            <a:ext cx="54864" cy="5029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37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Dijkstra's SSSP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O((V+E) log V)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Depot → delivery shortest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8595360" cy="502920"/>
          </a:xfrm>
          <a:prstGeom prst="rect">
            <a:avLst/>
          </a:prstGeom>
          <a:solidFill>
            <a:srgbClr val="1A2545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212848"/>
            <a:ext cx="54864" cy="5029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585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22585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Floyd-Warshall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2585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O(V³)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2585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All-pairs precomputation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34056"/>
            <a:ext cx="8595360" cy="502920"/>
          </a:xfrm>
          <a:prstGeom prst="rect">
            <a:avLst/>
          </a:prstGeom>
          <a:solidFill>
            <a:srgbClr val="141E35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734056"/>
            <a:ext cx="5486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797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Greedy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27797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Nearest Neighbor TSP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277977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O(N²)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7797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Fast route approximation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55264"/>
            <a:ext cx="8595360" cy="502920"/>
          </a:xfrm>
          <a:prstGeom prst="rect">
            <a:avLst/>
          </a:prstGeom>
          <a:solidFill>
            <a:srgbClr val="1A2545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255264"/>
            <a:ext cx="54864" cy="5029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3009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DP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08760" y="33009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Bitmask TSP (Held-Karp)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0" y="33009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O(2ᴺ · N²)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30098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Exact optimal tour (N ≤ 20)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76472"/>
            <a:ext cx="8595360" cy="502920"/>
          </a:xfrm>
          <a:prstGeom prst="rect">
            <a:avLst/>
          </a:prstGeom>
          <a:solidFill>
            <a:srgbClr val="141E35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776472"/>
            <a:ext cx="54864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221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Approx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38221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Nearest Insertion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38221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O(N²)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0" y="38221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Better heuristic, 2× bound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1A2545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297680"/>
            <a:ext cx="54864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343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Flow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0876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Ford-Fulkerson Max-Flow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66160" y="43434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O(V · 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4343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Fair agent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GRAPH ALGORITHMS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Algorithms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4206240" cy="4114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44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Dijkstra's Algorithm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Single-source shortest paths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a min-heap (priority queue)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Relaxes edges greedily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7614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non-negative weights 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0723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sample city: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→ 5 : dist=18  path=[0,1,5]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→ 9 : dist=25  path=[0,1,5,9]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43159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→ 11: dist=37  path=[0,1,5,10,11]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25880"/>
            <a:ext cx="4206240" cy="4114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44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Floyd-Warshall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828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All-pairs shortest paths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21396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Triple nested loop over nodes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24505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dp[i][j] = min(dp[i][j],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7614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dp[i][k]+dp[k][j])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30723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33832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 in SUDOS: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6941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→ O(1) lookup for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pair during TSP routing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3159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dist[0][11] = 37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A8"/>
                </a:solidFill>
              </a:rPr>
              <a:t>Both algorithms pre-compute distances once — all TSP algorithms use these results in O(1)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TSP ALGORITHMS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Traveling Salesman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27432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533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Greedy Nearest Neighbor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560320" cy="2560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O(N²) Heuristic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2212848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1.  Start at depot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2.  Move to nearest unvisited node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907792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3.  Repeat until all visited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255264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4.  Return to depot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2560320" cy="54864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Cost = 83  |  Time = 0.013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Fast, no optimality guarantee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32588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325880"/>
            <a:ext cx="274320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3264408" y="13533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DP Bitmask TSP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64408" y="1874520"/>
            <a:ext cx="2560320" cy="2560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64408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O(2ᴺ·N²) Exact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82696" y="2212848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1.  dp[mask][i] = min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2696" y="2560320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2.  Visit subset 'mask', end at 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82696" y="2907792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3.  State transition over all edges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82696" y="3255264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4.  Reconstruct path via parent[]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3639312"/>
            <a:ext cx="2560320" cy="54864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Cost = 83  |  Time = 0.195 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Optimal! Confirms heuristic quality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132588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1325880"/>
            <a:ext cx="274320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13533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Nearest Insertion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08776" y="1874520"/>
            <a:ext cx="2560320" cy="25603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9B6"/>
                </a:solidFill>
              </a:rPr>
              <a:t>O(N²) Approx ≤2×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27064" y="2212848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1.  Start with 2-node tour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2560320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2.  Find nearest unvisited node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27064" y="2907792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3.  Insert at cheapest position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27064" y="3255264"/>
            <a:ext cx="252374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</a:rPr>
              <a:t>4.  Repeat until complete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08776" y="3639312"/>
            <a:ext cx="2560320" cy="54864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39" name="Text 37"/>
          <p:cNvSpPr/>
          <p:nvPr/>
        </p:nvSpPr>
        <p:spPr>
          <a:xfrm>
            <a:off x="6208776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Cost = 83  |  Time = 0.024 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08776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Best of both worlds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NETWORK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Agent Assignment via Max-Flow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914400" cy="6400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SOURCE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1463040"/>
            <a:ext cx="1188720" cy="594360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4630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cap=3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98448" y="2423160"/>
            <a:ext cx="621792" cy="-59436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926080"/>
            <a:ext cx="1188720" cy="594360"/>
          </a:xfrm>
          <a:prstGeom prst="rect">
            <a:avLst/>
          </a:prstGeom>
          <a:solidFill>
            <a:srgbClr val="1E5FA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29260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cap=3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98448" y="2423160"/>
            <a:ext cx="621792" cy="59436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0058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005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7830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783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56032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3375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41148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Zone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103120"/>
            <a:ext cx="914400" cy="64008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cap=1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each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cap=1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each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0" y="1325880"/>
            <a:ext cx="2011680" cy="3474720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Max Flow = 5/5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All zones covered!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Agent 1: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  Nodes [3, 5, 7]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Agent 2: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877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  Nodes [9, 11]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No zone assigned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to 2 agents 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Ford-Fulkerson guarantees every delivery zone is assigned exactly once, respecting agent capacity constraints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</a:rPr>
              <a:t>Algorithm Comparison &amp; Benchmarks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371600"/>
                <a:gridCol w="210312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Nearest Neighbor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Insertion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O(N²)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Bitmask (Exact)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N≤20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Floyd-Warshall (APSP)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V≤500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(SSSP)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Large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Ford-Fulkerson (assign)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Max-flow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O(VE)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51960"/>
            <a:ext cx="4160520" cy="658368"/>
          </a:xfrm>
          <a:prstGeom prst="rect">
            <a:avLst/>
          </a:prstGeom>
          <a:solidFill>
            <a:srgbClr val="F0FBF5"/>
          </a:solidFill>
          <a:ln w="12700">
            <a:solidFill>
              <a:srgbClr val="B2E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42702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🎯  DP confirms: Heuristics found the EXACT optimal tour on this instance!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4251960"/>
            <a:ext cx="4160520" cy="658368"/>
          </a:xfrm>
          <a:prstGeom prst="rect">
            <a:avLst/>
          </a:prstGeom>
          <a:solidFill>
            <a:srgbClr val="F0FBF5"/>
          </a:solidFill>
          <a:ln w="12700">
            <a:solidFill>
              <a:srgbClr val="B2E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42702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</a:rPr>
              <a:t>⚡  Greedy is 15× faster than DP — critical for real-time delivery apps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3E"/>
                </a:solidFill>
              </a:rPr>
              <a:t>Multi-Agent Routing in Action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City: 12 nodes  |  Depot: Node 0  |  Deliveries: [3, 5, 7, 9, 11]  |  Agents: 2  |  Algorithm: Greedy + Max-Flow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4160520" cy="4572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933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🚚  Agent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</a:rPr>
              <a:t>Assigned Zones: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7]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</a:rPr>
              <a:t>Route: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3 → 5 → 7 → 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685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0→3: 20 km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3→5: 21 km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178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5→7: 29 km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4256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7→0: 11 km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3931920" cy="201168"/>
          </a:xfrm>
          <a:prstGeom prst="rect">
            <a:avLst/>
          </a:prstGeom>
          <a:solidFill>
            <a:srgbClr val="EE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581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FA8"/>
                </a:solidFill>
              </a:rPr>
              <a:t>Total Cost: 81 km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965960"/>
            <a:ext cx="41605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965960"/>
            <a:ext cx="41605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9933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🚚  Agent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</a:rPr>
              <a:t>Assigned Zones: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[9, 11]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55"/>
                </a:solidFill>
              </a:rPr>
              <a:t>Route: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9 → 11 → 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685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0→9: 25 km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9→11: 14 km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178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  11→0: 37 km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4572000"/>
            <a:ext cx="3931920" cy="201168"/>
          </a:xfrm>
          <a:prstGeom prst="rect">
            <a:avLst/>
          </a:prstGeom>
          <a:solidFill>
            <a:srgbClr val="EE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581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Total Cost: 76 km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Combined fleet cost: 157 km  vs  83 km single agent  →  Each customer served ~2× faster!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Conclusions &amp;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6128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</a:rPr>
              <a:t>Modeled city as a graph — applied 5 DAA paradigms to one real-world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19656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19656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3794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</a:rPr>
              <a:t>Greedy NN: 0.013 ms | DP TSP (exact): 0.195 ms — DP is 15× slower, confirms heuristic was optimal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96312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51460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</a:rPr>
              <a:t>Max-Flow cleanly separates assignment from routing — each zone covered exactly once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172968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72968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</a:rPr>
              <a:t>Floyd-Warshall precomputation saves repeated Dijkstra calls during TSP — amortized efficiency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8595360" cy="603504"/>
          </a:xfrm>
          <a:prstGeom prst="rect">
            <a:avLst/>
          </a:prstGeom>
          <a:solidFill>
            <a:srgbClr val="2A3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49624"/>
            <a:ext cx="54864" cy="60350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8679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89534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</a:rPr>
              <a:t>Nearest Insertion achieves a proven 2× approximation bound — best heuristic for large 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SUDOS  |  GitHub: /SUDOS  |  All code open-source  |  April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SUDOS – Smart Urban Delivery Optimization System</dc:title>
  <dc:subject>PptxGenJS Presentation</dc:subject>
  <dc:creator>PptxGenJS</dc:creator>
  <cp:lastModifiedBy>PptxGenJS</cp:lastModifiedBy>
  <cp:revision>1</cp:revision>
  <dcterms:created xsi:type="dcterms:W3CDTF">2026-04-16T06:53:27Z</dcterms:created>
  <dcterms:modified xsi:type="dcterms:W3CDTF">2026-04-16T06:53:27Z</dcterms:modified>
</cp:coreProperties>
</file>